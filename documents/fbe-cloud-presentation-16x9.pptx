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1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pic>
        <p:nvPicPr>
          <p:cNvPr id="10" name="Picture 9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34440"/>
            <a:ext cx="4480560" cy="28454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246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EDF4"/>
                </a:solidFill>
                <a:latin typeface="Segoe UI"/>
              </a:defRPr>
            </a:pPr>
            <a:r>
              <a:t>Учебные материалы всегда под рукой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B9CB3"/>
                </a:solidFill>
                <a:latin typeface="Segoe UI"/>
              </a:defRPr>
            </a:pPr>
            <a:r>
              <a:t>FBE cloud — облако для конспектов, файлов курсов и совместной работы студентов.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B9CB3"/>
                </a:solidFill>
                <a:latin typeface="Segoe UI"/>
              </a:defRPr>
            </a:pPr>
            <a:r>
              <a:t>v1.72pr · presentation version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2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О проекте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CB3"/>
                </a:solidFill>
                <a:latin typeface="Segoe UI"/>
              </a:defRPr>
            </a:pPr>
            <a:r>
              <a:t>Веб-платформа для хранения и обмена учебными материалами в одном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31720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41448"/>
            <a:ext cx="1051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Задача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Разрозненные файлы в мессенджерах и на дисках сложно искать и делить с одногруппниками. FBE cloud объединяет личное хранилище, общее облако и социальные функции.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3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Основные разделы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Мои файлы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Личное облако: загрузка, предпросмотр, фильтры и управление своими материалами.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09928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Общее облако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Общая библиотека файлов для всех пользователей с поиском и фильтрацией.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Друзья и чат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Добавление друзей и обмен сообщениями внутри платформы.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52044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630168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События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Экзамены, зачёты и мероприятия — открытые и закрытые, с датами и описанием.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4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Аккаунты и безопасность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Регистрация и вход с сессиями</a:t>
            </a:r>
          </a:p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Подтверждение e-mail</a:t>
            </a:r>
          </a:p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Восстановление пароля</a:t>
            </a:r>
          </a:p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Профиль с аватаром и сменой пароля</a:t>
            </a:r>
          </a:p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Роли персонала и панель администратора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10789920" cy="10058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87367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Админка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Статистика пользователей и управление для сотрудников (personnel).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5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Работа с файлами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Загрузка с лимитами на объём и количество</a:t>
            </a:r>
          </a:p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Предпросмотр документов и изображений в браузере</a:t>
            </a:r>
          </a:p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Фильтры по типу, дате и названию</a:t>
            </a:r>
          </a:p>
          <a:p>
            <a:pPr>
              <a:spcAft>
                <a:spcPts val="600"/>
              </a:spcAft>
              <a:defRPr sz="1300">
                <a:solidFill>
                  <a:srgbClr val="8B9CB3"/>
                </a:solidFill>
                <a:latin typeface="Segoe UI"/>
              </a:defRPr>
            </a:pPr>
            <a:r>
              <a:t>Интеграция с Google Drive (опционально)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14283D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95344"/>
            <a:ext cx="10789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B9FD4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384048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4283D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895344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B9FD4"/>
                </a:solidFill>
                <a:latin typeface="Segoe UI"/>
              </a:defRPr>
            </a:pPr>
            <a:r>
              <a:t>SQLAlchemy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3840480"/>
            <a:ext cx="996696" cy="347472"/>
          </a:xfrm>
          <a:prstGeom prst="roundRect">
            <a:avLst>
              <a:gd name="adj" fmla="val 50000"/>
            </a:avLst>
          </a:prstGeom>
          <a:solidFill>
            <a:srgbClr val="14283D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3895344"/>
            <a:ext cx="996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B9FD4"/>
                </a:solidFill>
                <a:latin typeface="Segoe UI"/>
              </a:defRPr>
            </a:pPr>
            <a:r>
              <a:t>Jinja2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6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Дизайн интерфейса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CB3"/>
                </a:solidFill>
                <a:latin typeface="Segoe UI"/>
              </a:defRPr>
            </a:pPr>
            <a:r>
              <a:t>Тёмная тема в стиле этой презентации и сайта.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402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50008"/>
            <a:ext cx="3246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Палитра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Фон #0f1419, поверхности #1a2332, акцент #5b9fd4, текст #e8edf4.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50008"/>
            <a:ext cx="3246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Компоненты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Карточки, кнопки primary/ghost, боковое меню, explorer для файлов.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402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350008"/>
            <a:ext cx="3246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Шрифт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Segoe UI / system-ui — как на сайте.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7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DF4"/>
                </a:solidFill>
                <a:latin typeface="Segoe UI"/>
              </a:defRPr>
            </a:pPr>
            <a:r>
              <a:t>Технологии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49377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Backend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• Python, FastAPI, Uvicorn</a:t>
            </a:r>
            <a:br/>
            <a:r>
              <a:t>• SQLAlchemy, SQLite</a:t>
            </a:r>
            <a:br/>
            <a:r>
              <a:t>• Session middleware, proxy headers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09928"/>
            <a:ext cx="49377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B9FD4"/>
                </a:solidFill>
                <a:latin typeface="Segoe UI"/>
              </a:defRPr>
            </a:pPr>
            <a:r>
              <a:t>Frontend</a:t>
            </a:r>
          </a:p>
          <a:p>
            <a:pPr>
              <a:defRPr sz="1000">
                <a:solidFill>
                  <a:srgbClr val="8B9CB3"/>
                </a:solidFill>
                <a:latin typeface="Segoe UI"/>
              </a:defRPr>
            </a:pPr>
            <a:r>
              <a:t>• Шаблоны Jinja2</a:t>
            </a:r>
            <a:br/>
            <a:r>
              <a:t>• CSS custom properties</a:t>
            </a:r>
            <a:br/>
            <a:r>
              <a:t>• Адаптивная вёрстка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A23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748730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645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EDF4"/>
                </a:solidFill>
                <a:latin typeface="Segoe UI"/>
              </a:defRPr>
            </a:pPr>
            <a:r>
              <a:t>FBE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011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B9CB3"/>
                </a:solidFill>
                <a:latin typeface="Segoe UI"/>
              </a:defRPr>
            </a:pPr>
            <a:r>
              <a:t>8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CB3"/>
                </a:solidFill>
                <a:latin typeface="Segoe UI"/>
              </a:defRPr>
            </a:pPr>
            <a:r>
              <a:t>FBE cloud v1.72pr · presentation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  <p:pic>
        <p:nvPicPr>
          <p:cNvPr id="10" name="Picture 9" descr="logo_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2015810" cy="1280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2926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EDF4"/>
                </a:solidFill>
                <a:latin typeface="Segoe UI"/>
              </a:defRPr>
            </a:pPr>
            <a:r>
              <a:t>Спасибо за внимание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B9CB3"/>
                </a:solidFill>
                <a:latin typeface="Segoe UI"/>
              </a:defRPr>
            </a:pPr>
            <a:r>
              <a:t>FBE cloud — учебные материалы всегда под рукой.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8B9CB3"/>
                </a:solidFill>
                <a:latin typeface="Segoe UI"/>
              </a:defRPr>
            </a:pPr>
            <a:r>
              <a:t>by Xanlez,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